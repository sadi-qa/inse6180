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Apriori paper (VLDB 1994 PDF): https://www.vldb.org/conf/1994/P487.PDF
- FP-growth paper (SIGMOD 2000 PDF): https://www.cs.sfu.ca/~jpei/publications/sigmod00.pdf
- Eclat paper (IEEE TKDE 2000; PDF mirror): https://sci2s.ugr.es/keel/pdf/algorithm/articulo/2000%20-%20IEEETKDE%20-%20Zaki%20-%20%28Eclat%29%20ScalableAlgorithms%20for%20Association%20Mining%20.pdf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Definitions and problem statement: Agrawal &amp; Srikant (1994): https://www.vldb.org/conf/1994/P487.PDF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Apriori, AprioriTid, hash-tree counting: Agrawal &amp; Srikant (1994): https://www.vldb.org/conf/1994/P487.PDF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FP-tree, conditional pattern base, FP-growth: Han, Pei &amp; Yin (2000): https://www.cs.sfu.ca/~jpei/publications/sigmod00.pdf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Vertical tid-lists and Eclat-style mining: Zaki (2000): https://sci2s.ugr.es/keel/pdf/algorithm/articulo/2000%20-%20IEEETKDE%20-%20Zaki%20-%20%28Eclat%29%20ScalableAlgorithms%20for%20Association%20Mining%20.pdf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Apriori/AprioriTid: https://www.vldb.org/conf/1994/P487.PDF
- FP-growth: https://www.cs.sfu.ca/~jpei/publications/sigmod00.pdf
- Eclat/vertical mining: https://sci2s.ugr.es/keel/pdf/algorithm/articulo/2000%20-%20IEEETKDE%20-%20Zaki%20-%20%28Eclat%29%20ScalableAlgorithms%20for%20Association%20Mining%20.pdf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Motivation for avoiding worst-case candidate explosion: https://www.cs.sfu.ca/~jpei/publications/sigmod00.pdf
- Strengths/limitations of vertical intersections and search strategies: https://sci2s.ugr.es/keel/pdf/algorithm/articulo/2000%20-%20IEEETKDE%20-%20Zaki%20-%20%28Eclat%29%20ScalableAlgorithms%20for%20Association%20Mining%20.pdf
- Apriori and the high-minsup regime: https://www.vldb.org/conf/1994/P487.PDF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Algorithms implemented following the three core papers:
  - https://www.vldb.org/conf/1994/P487.PDF
  - https://www.cs.sfu.ca/~jpei/publications/sigmod00.pdf
  - https://sci2s.ugr.es/keel/pdf/algorithm/articulo/2000%20-%20IEEETKDE%20-%20Zaki%20-%20%28Eclat%29%20ScalableAlgorithms%20for%20Association%20Mining%20.pdf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Benchmarking motivation and support-threshold scalability: FP-growth paper Section 4 (performance study): https://www.cs.sfu.ca/~jpei/publications/sigmod00.pdf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Relative strengths of FP-growth vs Apriori as minsup decreases (scalability discussion): https://www.cs.sfu.ca/~jpei/publications/sigmod00.pdf
- Vertical mining motivations and intersection locality: https://sci2s.ugr.es/keel/pdf/algorithm/articulo/2000%20-%20IEEETKDE%20-%20Zaki%20-%20%28Eclat%29%20ScalableAlgorithms%20for%20Association%20Mining%20.pdf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AprioriHybrid idea (switching to reduce scans): https://www.vldb.org/conf/1994/P487.PDF
- FP-growth scalability discussion: https://www.cs.sfu.ca/~jpei/publications/sigmod00.pdf
- Eclat family and hybrid search strategies: https://sci2s.ugr.es/keel/pdf/algorithm/articulo/2000%20-%20IEEETKDE%20-%20Zaki%20-%20%28Eclat%29%20ScalableAlgorithms%20for%20Association%20Mining%20.pdf
[/Sources]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Mining Toolkit + A3Miner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(1994) • FP-growth (2000) • Eclat (2000) • Adaptive Hybrid Selection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market_basket_50.csv • Course: INSE 6180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implementations + benchmark plots + report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Frequent Itemsets and Association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mine frequent itemsets (minsup) then derive rules (minconf).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transactions (baskets), find: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itemsets: support(X) &gt;= minsup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X -&gt; Y with confidence = support(X ∪ Y) / support(X) &gt;= minconf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search space grows exponentially as minsup decreases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10607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{bread, milk} -&gt; {diaper}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5074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3 classic miners + a new adaptive method.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1: Apriori / AprioriTid (candidate generation)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downward-closure (anti-monotone) property for pruning.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0" cy="156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Level-wise search: find L1, then L2, then L3, ...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candidates Ck from Lk-1 (join), prune if any subset is infrequent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supports by scanning transactions (hash-tree speeds up subset lookup)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AprioriTid: later passes scan candidate encodings instead of the DB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0607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 be slow at low minsup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sets can explode; repeated DB scans dominate runtime.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2: FP-growth (no candidate generation)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compress DB into FP-tree; mine conditional trees recursively.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0" cy="156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FP-tree by inserting frequency-ordered transactions (2 passes)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table + node-links give fast access to all occurrences of an item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by pattern-growth: conditional pattern base -&gt; conditional FP-tree -&gt; recurse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Single-path optimization: enumerate all subpath combinations directly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0607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scales well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candidate explosion; works well when patterns are prolific or long.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3: Eclat (vertical mining with tid-lists)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support by tid-list intersection; DFS within equivalence classes.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0" cy="156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DB: item -&gt; tid-list (transaction IDs where it appears)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Support(X ∪ Y) = |T(X) ∩ T(Y)|, so counting is intersections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enumeration of frequent itemsets in prefix-based classes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 often get faster as tid-lists shrink for longer itemsets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0607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attractive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operations, good locality, few DB scans after verticalization.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Comparison (what changes, what stays the same)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enumerate the same frequent itemsets for the same minsup.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35204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288036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scans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candidates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pruning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 high minsup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005840"/>
            <a:ext cx="35204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234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288036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FP-tree compression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candidates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mining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long patterns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1005840"/>
            <a:ext cx="35204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234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Eclat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1783080"/>
            <a:ext cx="288036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tid-lists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search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locality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Improved Algorithm: A3Miner (adaptive selection)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pick the best engine for the dataset shape and minsup.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A3Miner = an algorithm portfolio (practical hybrid)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simple dataset stats: #items (m), avg basket length, minsup level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minsup is high -&gt; Apriori (candidate frontier stays small)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item universe is small &amp; baskets are short -&gt; Eclat (fast intersections)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baskets are long or item universe is large -&gt; FP-growth (FP-tree compression)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(optional): TriHybrid-PPAM for mixed profiles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23774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932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dataset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19272" y="5093208"/>
            <a:ext cx="457200" cy="32004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4892040"/>
            <a:ext cx="21945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5093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engine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53912" y="5093208"/>
            <a:ext cx="457200" cy="32004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4892040"/>
            <a:ext cx="21945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5093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itemsets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88552" y="5093208"/>
            <a:ext cx="457200" cy="32004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55480" y="4892040"/>
            <a:ext cx="23774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50932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rules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one project, four miners, one benchmark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CLI: main.py (runs each miner + benchmark mode).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(high level)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83080"/>
            <a:ext cx="9966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association_mining_project/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data/market_basket_50.csv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apriori/      (Apriori + AprioriTid + hash-tree)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fpgrowth/     (FP-tree + FP-growth)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eclat/        (vertical tid-lists)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hybrid/       (TriHybrid-PPAM + A3Miner)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bench/        (benchmarks + plots)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utils/        (CSV loader + rule generation)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main.py         (CLI runner)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evaluated on the same dataset and minsup grid.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market_basket_50.csv (50 transactions; small market-basket example)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Minsup grid: {0.50, 0.40, 0.30, 0.25, 0.20}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end-to-end runtime (including structure build), #frequent itemsets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A3Miner reports chosen engine per minsup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are generated automatically by benchmark mode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Comparison Plots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by: python main.py --algo benchmark --plot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5669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association_mining_project/support_vs_runtime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80" y="868680"/>
            <a:ext cx="353568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822960"/>
            <a:ext cx="51663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mnt/data/association_mining_project/support_vs_itemsets_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420" y="868680"/>
            <a:ext cx="3535680" cy="2651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vs Runtime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0" y="3611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vs # Frequent Itemsets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4160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on this dataset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14400" y="4526280"/>
            <a:ext cx="1097280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Eclat is consistently fast (small item universe, short baskets)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A3Miner selects Eclat for most minsup settings, matching near-best runtime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TriHybrid is conceptually strong, but overhead dominates on small inputs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972800" cy="156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classic miners implemented from the papers: Apriori/AprioriTid, FP-growth, Eclat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improved method: A3Miner (adaptive engine selection)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hybrid engine: TriHybrid-PPAM (pair-pruned projections)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benchmark + plots for comparison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919472"/>
            <a:ext cx="10972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larger benchmark datasets (retail, mushroom) using the same harness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AprioriHybrid switching heuristic and diffsets for vertical mining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A3Miner with a small pilot run to learn the best engine automatically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2026-02-01T23:56:48Z</dcterms:created>
  <dcterms:modified xsi:type="dcterms:W3CDTF">2026-02-01T23:56:48Z</dcterms:modified>
</cp:coreProperties>
</file>